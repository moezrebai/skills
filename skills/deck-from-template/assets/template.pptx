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1E2761"/>
                </a:solidFill>
                <a:latin typeface="Cambria"/>
              </a:rPr>
              <a:t>Sample metric by quarter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E0A4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34</c:v>
                </c:pt>
                <c:pt idx="2">
                  <c:v>41</c:v>
                </c:pt>
                <c:pt idx="3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25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25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0"/>
            <a:ext cx="5120640" cy="6858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281160" y="29260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9050">
            <a:solidFill>
              <a:srgbClr val="E0A4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0" y="3474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Brand photo 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6126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Title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subtitle or context line here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59436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 ·  Team  ·  Month Year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  ·  Cover A — title + photo (default)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97880" y="196596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Title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371600" y="37033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subtitle or context line here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  ·  Cover B — solid, centered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Title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subtitle here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37760" y="0"/>
            <a:ext cx="7223760" cy="6858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29260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9050">
            <a:solidFill>
              <a:srgbClr val="E0A4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34747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Brand image 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  ·  Cover C — split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Title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subtitle or context line here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5577840"/>
            <a:ext cx="11064240" cy="0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</a:t>
            </a:r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Team / Division   |   Month Year   |   Confidential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  ·  Cover D — title + presenter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554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938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 of this section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54480" y="248716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two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8712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 of this section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41985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341985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three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8039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 of this section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52544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54480" y="435254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four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736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 of this section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28523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54480" y="52852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five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5669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 of this section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  ·  Agenda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introducing what this section covers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  ·  Section divider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+ content with icons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7F8FB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2148840"/>
            <a:ext cx="914400" cy="91440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one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37033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lines of supporting detail for this point.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9120" y="18288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7F8FB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2148840"/>
            <a:ext cx="914400" cy="91440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377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two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709160" y="37033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lines of supporting detail for this point.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229600" y="18288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7F8FB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49640" y="2148840"/>
            <a:ext cx="914400" cy="91440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3774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three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549640" y="37033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lines of supporting detail for this point.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  ·  Icon content (3 cards)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Two-column layout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Lead-in paragraph on the left describing the main idea, followed by supporting points below.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supporting point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supporting point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supporting point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supporting point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EEF2F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0" y="251460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Callout or key figure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highlight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note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  ·  Two-column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3383280"/>
            <a:ext cx="996696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127248"/>
            <a:ext cx="512064" cy="512064"/>
          </a:xfrm>
          <a:prstGeom prst="ellipse">
            <a:avLst/>
          </a:prstGeom>
          <a:solidFill>
            <a:srgbClr val="E0A45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3127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-9144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-91440" y="26334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3568" y="3127248"/>
            <a:ext cx="512064" cy="512064"/>
          </a:xfrm>
          <a:prstGeom prst="ellipse">
            <a:avLst/>
          </a:prstGeom>
          <a:solidFill>
            <a:srgbClr val="E0A45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3568" y="3127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3088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two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30880" y="41879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85888" y="3127248"/>
            <a:ext cx="512064" cy="512064"/>
          </a:xfrm>
          <a:prstGeom prst="ellipse">
            <a:avLst/>
          </a:prstGeom>
          <a:solidFill>
            <a:srgbClr val="E0A45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5888" y="3127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32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three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3200" y="26334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808208" y="3127248"/>
            <a:ext cx="512064" cy="512064"/>
          </a:xfrm>
          <a:prstGeom prst="ellipse">
            <a:avLst/>
          </a:prstGeom>
          <a:solidFill>
            <a:srgbClr val="E0A45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08208" y="3127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755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four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0" y="41879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  ·  Timeline (4 steps)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73736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73736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EEF2FB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0" y="25146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takeaway from the data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takeaway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takeaway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  ·  Chart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figures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for this metric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89120" y="22860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3.2x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389120" y="3611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for this metric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0" y="22860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8229600" y="3611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for this metric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  ·  Big numbers / KPI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645920" y="219456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short, memorable quote goes here — one or two lines that capture the key message.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4297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Name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Organisation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  ·  Quote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steps, the ask, or contact details go here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  ·  Closing / call-to-action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Placeholder brand template</dc:title>
  <dc:subject>PptxGenJS Presentation</dc:subject>
  <dc:creator>deck-from-template skill</dc:creator>
  <cp:lastModifiedBy>deck-from-template skill</cp:lastModifiedBy>
  <cp:revision>1</cp:revision>
  <dcterms:created xsi:type="dcterms:W3CDTF">2026-07-13T18:53:42Z</dcterms:created>
  <dcterms:modified xsi:type="dcterms:W3CDTF">2026-07-13T18:53:42Z</dcterms:modified>
</cp:coreProperties>
</file>